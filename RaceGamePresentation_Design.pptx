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RACE GAME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Аркадная гоночная игра на Python</a:t>
            </a:r>
          </a:p>
          <a:p>
            <a:r>
              <a:rPr sz="2000">
                <a:solidFill>
                  <a:srgbClr val="F0F0F0"/>
                </a:solidFill>
              </a:rPr>
              <a:t>Использует библиотеку Arcade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Создать динамичную 2D-игру:</a:t>
            </a:r>
          </a:p>
          <a:p>
            <a:r>
              <a:rPr sz="2000">
                <a:solidFill>
                  <a:srgbClr val="F0F0F0"/>
                </a:solidFill>
              </a:rPr>
              <a:t>• Игрок управляет машиной</a:t>
            </a:r>
          </a:p>
          <a:p>
            <a:r>
              <a:rPr sz="2000">
                <a:solidFill>
                  <a:srgbClr val="F0F0F0"/>
                </a:solidFill>
              </a:rPr>
              <a:t>• Уклоняется от врагов</a:t>
            </a:r>
          </a:p>
          <a:p>
            <a:r>
              <a:rPr sz="2000">
                <a:solidFill>
                  <a:srgbClr val="F0F0F0"/>
                </a:solidFill>
              </a:rPr>
              <a:t>• Набирает очки за обгон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Используемые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Python</a:t>
            </a:r>
          </a:p>
          <a:p>
            <a:r>
              <a:rPr sz="2000">
                <a:solidFill>
                  <a:srgbClr val="F0F0F0"/>
                </a:solidFill>
              </a:rPr>
              <a:t>Arcade (графика и физика)</a:t>
            </a:r>
          </a:p>
          <a:p>
            <a:r>
              <a:rPr sz="2000">
                <a:solidFill>
                  <a:srgbClr val="F0F0F0"/>
                </a:solidFill>
              </a:rPr>
              <a:t>SpriteList (объекты)</a:t>
            </a:r>
          </a:p>
          <a:p>
            <a:r>
              <a:rPr sz="2000">
                <a:solidFill>
                  <a:srgbClr val="F0F0F0"/>
                </a:solidFill>
              </a:rPr>
              <a:t>Enum (состояния игры)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Состояния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MENU — главное меню</a:t>
            </a:r>
          </a:p>
          <a:p>
            <a:r>
              <a:rPr sz="2000">
                <a:solidFill>
                  <a:srgbClr val="F0F0F0"/>
                </a:solidFill>
              </a:rPr>
              <a:t>PLAYING — процесс игры</a:t>
            </a:r>
          </a:p>
          <a:p>
            <a:r>
              <a:rPr sz="2000">
                <a:solidFill>
                  <a:srgbClr val="F0F0F0"/>
                </a:solidFill>
              </a:rPr>
              <a:t>GAME_OVER — поражение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21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RaceGame — главный класс игры</a:t>
            </a:r>
          </a:p>
          <a:p>
            <a:r>
              <a:rPr sz="2000">
                <a:solidFill>
                  <a:srgbClr val="F0F0F0"/>
                </a:solidFill>
              </a:rPr>
              <a:t>RoadManager — движение дороги</a:t>
            </a:r>
          </a:p>
          <a:p>
            <a:r>
              <a:rPr sz="2000">
                <a:solidFill>
                  <a:srgbClr val="F0F0F0"/>
                </a:solidFill>
              </a:rPr>
              <a:t>EnemyManager — управление врагами</a:t>
            </a:r>
          </a:p>
          <a:p>
            <a:r>
              <a:rPr sz="2000">
                <a:solidFill>
                  <a:srgbClr val="F0F0F0"/>
                </a:solidFill>
              </a:rPr>
              <a:t>GameState — логика состояний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Как работает игра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1. Загружаются спрайты и звуки</a:t>
            </a:r>
          </a:p>
          <a:p>
            <a:r>
              <a:rPr sz="2000">
                <a:solidFill>
                  <a:srgbClr val="F0F0F0"/>
                </a:solidFill>
              </a:rPr>
              <a:t>2. Запускается игровой цикл</a:t>
            </a:r>
          </a:p>
          <a:p>
            <a:r>
              <a:rPr sz="2000">
                <a:solidFill>
                  <a:srgbClr val="F0F0F0"/>
                </a:solidFill>
              </a:rPr>
              <a:t>3. Враги появляются сверху</a:t>
            </a:r>
          </a:p>
          <a:p>
            <a:r>
              <a:rPr sz="2000">
                <a:solidFill>
                  <a:srgbClr val="F0F0F0"/>
                </a:solidFill>
              </a:rPr>
              <a:t>4. Игрок уворачивается</a:t>
            </a:r>
          </a:p>
          <a:p>
            <a:r>
              <a:rPr sz="2000">
                <a:solidFill>
                  <a:srgbClr val="F0F0F0"/>
                </a:solidFill>
              </a:rPr>
              <a:t>5. При столкновении — Game Over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Управление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← / A — влево</a:t>
            </a:r>
          </a:p>
          <a:p>
            <a:r>
              <a:rPr sz="2000">
                <a:solidFill>
                  <a:srgbClr val="F0F0F0"/>
                </a:solidFill>
              </a:rPr>
              <a:t>→ / D — вправо</a:t>
            </a:r>
          </a:p>
          <a:p>
            <a:r>
              <a:rPr sz="2000">
                <a:solidFill>
                  <a:srgbClr val="F0F0F0"/>
                </a:solidFill>
              </a:rPr>
              <a:t>ENTER — старт</a:t>
            </a:r>
          </a:p>
          <a:p>
            <a:r>
              <a:rPr sz="2000">
                <a:solidFill>
                  <a:srgbClr val="F0F0F0"/>
                </a:solidFill>
              </a:rPr>
              <a:t>R — рестарт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Система очков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Каждая обогнанная машина:</a:t>
            </a:r>
          </a:p>
          <a:p>
            <a:r>
              <a:rPr sz="2000">
                <a:solidFill>
                  <a:srgbClr val="F0F0F0"/>
                </a:solidFill>
              </a:rPr>
              <a:t>+1 очко</a:t>
            </a:r>
          </a:p>
          <a:p>
            <a:r>
              <a:rPr sz="2000">
                <a:solidFill>
                  <a:srgbClr val="F0F0F0"/>
                </a:solidFill>
              </a:rPr>
              <a:t>Скорость врагов увеличивается</a:t>
            </a:r>
          </a:p>
          <a:p>
            <a:r>
              <a:rPr sz="2000">
                <a:solidFill>
                  <a:srgbClr val="F0F0F0"/>
                </a:solidFill>
              </a:rPr>
              <a:t>Сложность растёт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Звук и графика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Фоновый звук двигателя</a:t>
            </a:r>
          </a:p>
          <a:p>
            <a:r>
              <a:rPr sz="2000">
                <a:solidFill>
                  <a:srgbClr val="F0F0F0"/>
                </a:solidFill>
              </a:rPr>
              <a:t>Звук обгона</a:t>
            </a:r>
          </a:p>
          <a:p>
            <a:r>
              <a:rPr sz="2000">
                <a:solidFill>
                  <a:srgbClr val="F0F0F0"/>
                </a:solidFill>
              </a:rPr>
              <a:t>Звук столкновения</a:t>
            </a:r>
          </a:p>
          <a:p>
            <a:r>
              <a:rPr sz="2000">
                <a:solidFill>
                  <a:srgbClr val="F0F0F0"/>
                </a:solidFill>
              </a:rPr>
              <a:t>Спрайты машин и дороги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C800"/>
                </a:solidFill>
              </a:rP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Полноценная аркадная игра</a:t>
            </a:r>
          </a:p>
          <a:p>
            <a:r>
              <a:rPr sz="2000">
                <a:solidFill>
                  <a:srgbClr val="F0F0F0"/>
                </a:solidFill>
              </a:rPr>
              <a:t>С анимацией и звуком</a:t>
            </a:r>
          </a:p>
          <a:p>
            <a:r>
              <a:rPr sz="2000">
                <a:solidFill>
                  <a:srgbClr val="F0F0F0"/>
                </a:solidFill>
              </a:rPr>
              <a:t>Готова для доработки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166</Words>
  <Application>Microsoft Office PowerPoint</Application>
  <PresentationFormat>Экран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Abdula</dc:creator>
  <cp:keywords/>
  <dc:description>generated using python-pptx</dc:description>
  <cp:lastModifiedBy>Учетная запись Майкрософт</cp:lastModifiedBy>
  <cp:revision>4</cp:revision>
  <dcterms:created xsi:type="dcterms:W3CDTF">2013-01-27T09:14:16Z</dcterms:created>
  <dcterms:modified xsi:type="dcterms:W3CDTF">2026-02-24T20:09:03Z</dcterms:modified>
  <cp:category/>
</cp:coreProperties>
</file>